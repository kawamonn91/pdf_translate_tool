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42B2669-61AF-C509-50C7-07807E32DF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335E7C6-944A-2E9E-8D52-AF916DEBC6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9E9DE6A-5241-DCB9-8428-6B923EFB0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5C2B4-229A-4803-BFFD-CEAA3C4567FE}" type="datetimeFigureOut">
              <a:rPr kumimoji="1" lang="ja-JP" altLang="en-US" smtClean="0"/>
              <a:t>2026/10/5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11F7207-E003-43CF-FA3F-F7DDE16F6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3B6B728-A607-B814-68CD-A85373A2B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052B7-143E-4A3F-9B8A-8C59B991A8C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835141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494EE29-53BF-2914-A785-067165B80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32BBA71-A9D3-5354-7450-CD560F1DB3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DB2F31B-08BB-C389-96E1-0C0EA5D3F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5C2B4-229A-4803-BFFD-CEAA3C4567FE}" type="datetimeFigureOut">
              <a:rPr kumimoji="1" lang="ja-JP" altLang="en-US" smtClean="0"/>
              <a:t>2026/10/5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EB587F2-17BC-D235-2890-62FFF57BA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8BF164C-0BD3-672B-D8BA-AA85CE0E8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052B7-143E-4A3F-9B8A-8C59B991A8C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731189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01A5422-BE3E-4A0D-0700-25D3F949B9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B1E4319-3BED-B54A-0BF8-637D5DA8FF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1A07527-8A37-2B35-6659-75BFAFC4D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5C2B4-229A-4803-BFFD-CEAA3C4567FE}" type="datetimeFigureOut">
              <a:rPr kumimoji="1" lang="ja-JP" altLang="en-US" smtClean="0"/>
              <a:t>2026/10/5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F1C2A75-B60D-EC8C-4839-C7EE76852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E56DA04-5A02-BD70-F880-0381A53A2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052B7-143E-4A3F-9B8A-8C59B991A8C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343831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9EF6975-67AF-1444-23D3-5C2BEB562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25478B0-E8A8-6AB6-3D75-79EF30BC98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D014C49-904C-1725-830B-434891A32A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020AA77-65BB-B78E-6820-35D1ED673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5C2B4-229A-4803-BFFD-CEAA3C4567FE}" type="datetimeFigureOut">
              <a:rPr kumimoji="1" lang="ja-JP" altLang="en-US" smtClean="0"/>
              <a:t>2026/10/5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4FE2750-3733-36C3-B5AC-E8E821FAB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7666486-C10D-A429-90EE-3F8BC1EEB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052B7-143E-4A3F-9B8A-8C59B991A8C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212571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3FBB63D-4670-26AC-9990-447A55C703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724DECE-EECF-9DDF-674B-6807806FBF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349CB57-76A9-6447-0748-29BBE456D7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D7FDCB94-9825-1905-22E5-FBCF1D9CD5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DD06C533-E3D8-190C-75CA-D09CCE9F29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5FADC006-B74F-3760-60BB-9B02A0839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5C2B4-229A-4803-BFFD-CEAA3C4567FE}" type="datetimeFigureOut">
              <a:rPr kumimoji="1" lang="ja-JP" altLang="en-US" smtClean="0"/>
              <a:t>2026/10/5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D9AE8410-BB39-7216-DC33-BA8717EC7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D0A7F668-48CF-E0C9-B82A-ABAF5ECFC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052B7-143E-4A3F-9B8A-8C59B991A8C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16373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04736BE-577E-FCF8-5A04-77EF7A7BB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19C246EA-CADF-1456-5AF5-FB177ADC4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5C2B4-229A-4803-BFFD-CEAA3C4567FE}" type="datetimeFigureOut">
              <a:rPr kumimoji="1" lang="ja-JP" altLang="en-US" smtClean="0"/>
              <a:t>2026/10/5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697839B9-460B-193A-EF4E-3152E127C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4B6B240-ECA8-AC7B-DC44-FFC0CBF61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052B7-143E-4A3F-9B8A-8C59B991A8C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91102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A5E96E2B-C27E-E14B-9223-29999A876C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5C2B4-229A-4803-BFFD-CEAA3C4567FE}" type="datetimeFigureOut">
              <a:rPr kumimoji="1" lang="ja-JP" altLang="en-US" smtClean="0"/>
              <a:t>2026/10/5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8BDFAC6-DB43-2020-8C53-1FA96A918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839FC58-2B93-BBB0-83D1-15AA4D595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052B7-143E-4A3F-9B8A-8C59B991A8C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277621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B04C302-7E8E-FFC6-C38E-85E3A1603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0A6BDC9-803E-7A91-B420-7DE98CE44D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6DF9C8A-C0A3-C3B3-92BA-9EFEE9E2B2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1A8C3E2-F908-D3EA-20E5-A59846AB6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5C2B4-229A-4803-BFFD-CEAA3C4567FE}" type="datetimeFigureOut">
              <a:rPr kumimoji="1" lang="ja-JP" altLang="en-US" smtClean="0"/>
              <a:t>2026/10/5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1210DF-03AA-9CE7-87CA-78E2F77E2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8214D47-DD00-87EC-CD8E-85B376A8E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052B7-143E-4A3F-9B8A-8C59B991A8C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764506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64D3087-D795-0FC8-93FD-4773D90BF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8D8EA1BF-C2AC-028A-3EEC-1D1BD71A4D46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747CFE1-CFD1-83E3-1FC2-2D7266E650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03963BE-9FF5-CD77-29D5-E6BD4EA10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5C2B4-229A-4803-BFFD-CEAA3C4567FE}" type="datetimeFigureOut">
              <a:rPr kumimoji="1" lang="ja-JP" altLang="en-US" smtClean="0"/>
              <a:t>2026/10/5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129570D-080C-2C39-F906-888E2E3D3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8613262-50BB-B682-B24D-975E39102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052B7-143E-4A3F-9B8A-8C59B991A8C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117969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C7E127C-AF19-90DF-0359-9C63E3D2D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5EB4606-DD8D-2AC6-8FD0-C7FF0EC09D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31A74DB-4B5E-91C0-9366-3A87D25F5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5C2B4-229A-4803-BFFD-CEAA3C4567FE}" type="datetimeFigureOut">
              <a:rPr kumimoji="1" lang="ja-JP" altLang="en-US" smtClean="0"/>
              <a:t>2026/10/5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0AF4119-36D1-97DA-23C0-55E8981E9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F190C60-90D3-9722-BC9A-A6361A388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052B7-143E-4A3F-9B8A-8C59B991A8C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198230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1DD88BA2-7F8E-D0A8-B259-84F90F8C2F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777D163-09B7-F6EC-AAB7-DF3EF2F68E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F51DA74-FDAC-5AA5-70A9-914F86801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5C2B4-229A-4803-BFFD-CEAA3C4567FE}" type="datetimeFigureOut">
              <a:rPr kumimoji="1" lang="ja-JP" altLang="en-US" smtClean="0"/>
              <a:t>2026/10/5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67986A4-C8EE-677B-F8C9-548707ECB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B0E353-4C5F-CB84-7434-FAD93A9B8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052B7-143E-4A3F-9B8A-8C59B991A8C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869964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タイトルと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2691A03-E0DA-0540-5CDA-E17A779F6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89FD06E-963B-6165-D6B9-E290696D0D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CD9F514-DC1C-E5CB-4CC1-EA1C0870C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5C2B4-229A-4803-BFFD-CEAA3C4567FE}" type="datetimeFigureOut">
              <a:rPr kumimoji="1" lang="ja-JP" altLang="en-US" smtClean="0"/>
              <a:t>2026/10/5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7A8C590-18E0-6921-715E-7299C0BF5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6725CCC-CE5E-3C54-A800-4A2D47614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052B7-143E-4A3F-9B8A-8C59B991A8C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33940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9FF6050F-D7D6-0EEF-7EC2-B75BD53216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97FBF82-C42D-EE31-4FC9-4C173EE49A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A7FA1A5-E491-A9D8-8FE2-D18D787CC4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25C2B4-229A-4803-BFFD-CEAA3C4567FE}" type="datetimeFigureOut">
              <a:rPr kumimoji="1" lang="ja-JP" altLang="en-US" smtClean="0"/>
              <a:t>2026/10/5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D478EB3-6CC0-8ECD-F57E-7CEC00698E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5D7F50A-FA58-E082-10B5-E8BBE8DF7A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A052B7-143E-4A3F-9B8A-8C59B991A8C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472549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0D5C205-0EA8-0C0F-9BE0-1A6B5A5A1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Quarterly Sales Report</a:t>
            </a:r>
            <a:endParaRPr kumimoji="1" lang="ja-JP" altLang="en-US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03A3B52-7239-DDF7-12BA-DA2EBADCB3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/>
              <a:t>Revenue grew by twelve percent.</a:t>
            </a:r>
          </a:p>
          <a:p>
            <a:r>
              <a:rPr kumimoji="1" lang="en-US" altLang="ja-JP"/>
              <a:t>Contact the team for details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752863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 1">
            <a:extLst>
              <a:ext uri="{FF2B5EF4-FFF2-40B4-BE49-F238E27FC236}">
                <a16:creationId xmlns:a16="http://schemas.microsoft.com/office/drawing/2014/main" id="{8664231E-7B31-D253-00AC-3A45A17A24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1762053"/>
              </p:ext>
            </p:extLst>
          </p:nvPr>
        </p:nvGraphicFramePr>
        <p:xfrm>
          <a:off x="635000" y="635000"/>
          <a:ext cx="5080000" cy="127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0000">
                  <a:extLst>
                    <a:ext uri="{9D8B030D-6E8A-4147-A177-3AD203B41FA5}">
                      <a16:colId xmlns:a16="http://schemas.microsoft.com/office/drawing/2014/main" val="2326043518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2137452093"/>
                    </a:ext>
                  </a:extLst>
                </a:gridCol>
              </a:tblGrid>
              <a:tr h="635000">
                <a:tc>
                  <a:txBody>
                    <a:bodyPr/>
                    <a:lstStyle/>
                    <a:p>
                      <a:r>
                        <a:rPr kumimoji="1" lang="en-US" altLang="ja-JP"/>
                        <a:t>Region</a:t>
                      </a:r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/>
                        <a:t>Growth rate by region</a:t>
                      </a:r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2320913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4056733"/>
                  </a:ext>
                </a:extLst>
              </a:tr>
            </a:tbl>
          </a:graphicData>
        </a:graphic>
      </p:graphicFrame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A9329CE-5098-B0CF-7C25-D2AA845A481A}"/>
              </a:ext>
            </a:extLst>
          </p:cNvPr>
          <p:cNvSpPr txBox="1"/>
          <p:nvPr/>
        </p:nvSpPr>
        <p:spPr>
          <a:xfrm>
            <a:off x="635000" y="2540000"/>
            <a:ext cx="381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/>
              <a:t>Footer note in a textbox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219185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</Words>
  <Application>Microsoft Office PowerPoint</Application>
  <PresentationFormat>ワイド画面</PresentationFormat>
  <Paragraphs>6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6" baseType="lpstr">
      <vt:lpstr>游ゴシック</vt:lpstr>
      <vt:lpstr>游ゴシック Light</vt:lpstr>
      <vt:lpstr>Arial</vt:lpstr>
      <vt:lpstr>Office テーマ</vt:lpstr>
      <vt:lpstr>Quarterly Sales Report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登哉 川本</dc:creator>
  <cp:lastModifiedBy>登哉 川本</cp:lastModifiedBy>
  <cp:revision>1</cp:revision>
  <dcterms:created xsi:type="dcterms:W3CDTF">2026-10-05T02:18:41Z</dcterms:created>
  <dcterms:modified xsi:type="dcterms:W3CDTF">2026-10-05T02:18:41Z</dcterms:modified>
</cp:coreProperties>
</file>